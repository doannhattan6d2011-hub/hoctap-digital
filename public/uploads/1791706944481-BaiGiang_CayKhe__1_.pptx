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5803D"/>
                </a:solidFill>
              </a:rPr>
              <a:t>CÂY KHẾ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(Truyện cổ tích)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Tiết 89, 90 - Tuần 23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803D"/>
                </a:solidFill>
              </a:rPr>
              <a:t>Mục Tiêu Bài Học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</a:rPr>
              <a:t>Kiến thức: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Đặc điểm truyện cổ tích.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Nhân vật hai anh em.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Chủ đề và ý nghĩa.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3412"/>
                </a:solidFill>
              </a:rPr>
              <a:t>Năng lực: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Nhận biết đặc trưng.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Đánh giá bài học.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</a:rPr>
              <a:t>Phẩm chất: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Yêu thương con người.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Nhân hậu, không tham lam.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803D"/>
                </a:solidFill>
              </a:rPr>
              <a:t>I. Tìm Hiểu Chung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Kiểu nhân vật: Nhân vật bất hạnh (mồ côi, nghèo khổ).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Ngôi kể: Ngôi thứ ba.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Cốt truyện: Cha mẹ chết -&gt; Chia gia tài -&gt; Chim ăn khế -&gt; Trả vàng...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803D"/>
                </a:solidFill>
              </a:rPr>
              <a:t>II. Chi Tiết Kì 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</a:rPr>
              <a:t>Con Chim Thần: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 Biết nói tiếng người.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 'Ăn một quả, trả cục vàng...'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Đảo Xa Kì Diệu: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 Chứa đầy vàng bạc.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 Giúp người em đổi đời.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2026-02-09T14:13:51Z</dcterms:created>
  <dcterms:modified xsi:type="dcterms:W3CDTF">2026-02-09T14:13:51Z</dcterms:modified>
</cp:coreProperties>
</file>